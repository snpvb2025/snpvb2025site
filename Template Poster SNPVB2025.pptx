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1420138" cy="30275213"/>
  <p:notesSz cx="10018713" cy="68881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5A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89693" autoAdjust="0"/>
  </p:normalViewPr>
  <p:slideViewPr>
    <p:cSldViewPr snapToGrid="0">
      <p:cViewPr>
        <p:scale>
          <a:sx n="53" d="100"/>
          <a:sy n="53" d="100"/>
        </p:scale>
        <p:origin x="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60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675313" y="0"/>
            <a:ext cx="4341812" cy="3460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044AF-25B6-4F91-8321-312A8FE2269B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186238" y="860425"/>
            <a:ext cx="1646237" cy="2325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001713" y="3314700"/>
            <a:ext cx="8015287" cy="27130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42088"/>
            <a:ext cx="4341813" cy="3460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675313" y="6542088"/>
            <a:ext cx="4341812" cy="3460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6B0AF-B834-486E-9901-D5FC4E9F1B39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6511" y="4954765"/>
            <a:ext cx="18207117" cy="10540259"/>
          </a:xfrm>
        </p:spPr>
        <p:txBody>
          <a:bodyPr anchor="b"/>
          <a:lstStyle>
            <a:lvl1pPr algn="ctr">
              <a:defRPr sz="1405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77517" y="15901497"/>
            <a:ext cx="16065104" cy="7309499"/>
          </a:xfrm>
        </p:spPr>
        <p:txBody>
          <a:bodyPr/>
          <a:lstStyle>
            <a:lvl1pPr marL="0" indent="0" algn="ctr">
              <a:buNone/>
              <a:defRPr sz="5620"/>
            </a:lvl1pPr>
            <a:lvl2pPr marL="1071245" indent="0" algn="ctr">
              <a:buNone/>
              <a:defRPr sz="4685"/>
            </a:lvl2pPr>
            <a:lvl3pPr marL="2141855" indent="0" algn="ctr">
              <a:buNone/>
              <a:defRPr sz="4215"/>
            </a:lvl3pPr>
            <a:lvl4pPr marL="3213100" indent="0" algn="ctr">
              <a:buNone/>
              <a:defRPr sz="3750"/>
            </a:lvl4pPr>
            <a:lvl5pPr marL="4283710" indent="0" algn="ctr">
              <a:buNone/>
              <a:defRPr sz="3750"/>
            </a:lvl5pPr>
            <a:lvl6pPr marL="5354955" indent="0" algn="ctr">
              <a:buNone/>
              <a:defRPr sz="3750"/>
            </a:lvl6pPr>
            <a:lvl7pPr marL="6426200" indent="0" algn="ctr">
              <a:buNone/>
              <a:defRPr sz="3750"/>
            </a:lvl7pPr>
            <a:lvl8pPr marL="7496810" indent="0" algn="ctr">
              <a:buNone/>
              <a:defRPr sz="3750"/>
            </a:lvl8pPr>
            <a:lvl9pPr marL="8568055" indent="0" algn="ctr">
              <a:buNone/>
              <a:defRPr sz="375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DC09-FC1B-45B8-8B7F-3565D1E2DDC4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23DAE-075D-4658-9ABB-6114F5313C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DC09-FC1B-45B8-8B7F-3565D1E2DDC4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23DAE-075D-4658-9ABB-6114F5313C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1479" y="7547788"/>
            <a:ext cx="18474869" cy="12593645"/>
          </a:xfrm>
        </p:spPr>
        <p:txBody>
          <a:bodyPr anchor="b"/>
          <a:lstStyle>
            <a:lvl1pPr>
              <a:defRPr sz="1405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61479" y="20260574"/>
            <a:ext cx="18474869" cy="6622701"/>
          </a:xfrm>
        </p:spPr>
        <p:txBody>
          <a:bodyPr/>
          <a:lstStyle>
            <a:lvl1pPr marL="0" indent="0">
              <a:buNone/>
              <a:defRPr sz="5620">
                <a:solidFill>
                  <a:schemeClr val="tx1"/>
                </a:solidFill>
              </a:defRPr>
            </a:lvl1pPr>
            <a:lvl2pPr marL="1071245" indent="0">
              <a:buNone/>
              <a:defRPr sz="4685">
                <a:solidFill>
                  <a:schemeClr val="tx1">
                    <a:tint val="75000"/>
                  </a:schemeClr>
                </a:solidFill>
              </a:defRPr>
            </a:lvl2pPr>
            <a:lvl3pPr marL="2141855" indent="0">
              <a:buNone/>
              <a:defRPr sz="4215">
                <a:solidFill>
                  <a:schemeClr val="tx1">
                    <a:tint val="75000"/>
                  </a:schemeClr>
                </a:solidFill>
              </a:defRPr>
            </a:lvl3pPr>
            <a:lvl4pPr marL="3213100" indent="0">
              <a:buNone/>
              <a:defRPr sz="3750">
                <a:solidFill>
                  <a:schemeClr val="tx1">
                    <a:tint val="75000"/>
                  </a:schemeClr>
                </a:solidFill>
              </a:defRPr>
            </a:lvl4pPr>
            <a:lvl5pPr marL="4283710" indent="0">
              <a:buNone/>
              <a:defRPr sz="3750">
                <a:solidFill>
                  <a:schemeClr val="tx1">
                    <a:tint val="75000"/>
                  </a:schemeClr>
                </a:solidFill>
              </a:defRPr>
            </a:lvl5pPr>
            <a:lvl6pPr marL="5354955" indent="0">
              <a:buNone/>
              <a:defRPr sz="3750">
                <a:solidFill>
                  <a:schemeClr val="tx1">
                    <a:tint val="75000"/>
                  </a:schemeClr>
                </a:solidFill>
              </a:defRPr>
            </a:lvl6pPr>
            <a:lvl7pPr marL="6426200" indent="0">
              <a:buNone/>
              <a:defRPr sz="3750">
                <a:solidFill>
                  <a:schemeClr val="tx1">
                    <a:tint val="75000"/>
                  </a:schemeClr>
                </a:solidFill>
              </a:defRPr>
            </a:lvl7pPr>
            <a:lvl8pPr marL="7496810" indent="0">
              <a:buNone/>
              <a:defRPr sz="3750">
                <a:solidFill>
                  <a:schemeClr val="tx1">
                    <a:tint val="75000"/>
                  </a:schemeClr>
                </a:solidFill>
              </a:defRPr>
            </a:lvl8pPr>
            <a:lvl9pPr marL="8568055" indent="0">
              <a:buNone/>
              <a:defRPr sz="37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DC09-FC1B-45B8-8B7F-3565D1E2DDC4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23DAE-075D-4658-9ABB-6114F5313C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472634" y="8059374"/>
            <a:ext cx="9103559" cy="1920934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0843945" y="8059374"/>
            <a:ext cx="9103559" cy="1920934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DC09-FC1B-45B8-8B7F-3565D1E2DDC4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23DAE-075D-4658-9ABB-6114F5313C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424" y="1611882"/>
            <a:ext cx="18474869" cy="585180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75427" y="7421634"/>
            <a:ext cx="9061721" cy="3637228"/>
          </a:xfrm>
        </p:spPr>
        <p:txBody>
          <a:bodyPr anchor="b"/>
          <a:lstStyle>
            <a:lvl1pPr marL="0" indent="0">
              <a:buNone/>
              <a:defRPr sz="5620" b="1"/>
            </a:lvl1pPr>
            <a:lvl2pPr marL="1071245" indent="0">
              <a:buNone/>
              <a:defRPr sz="4685" b="1"/>
            </a:lvl2pPr>
            <a:lvl3pPr marL="2141855" indent="0">
              <a:buNone/>
              <a:defRPr sz="4215" b="1"/>
            </a:lvl3pPr>
            <a:lvl4pPr marL="3213100" indent="0">
              <a:buNone/>
              <a:defRPr sz="3750" b="1"/>
            </a:lvl4pPr>
            <a:lvl5pPr marL="4283710" indent="0">
              <a:buNone/>
              <a:defRPr sz="3750" b="1"/>
            </a:lvl5pPr>
            <a:lvl6pPr marL="5354955" indent="0">
              <a:buNone/>
              <a:defRPr sz="3750" b="1"/>
            </a:lvl6pPr>
            <a:lvl7pPr marL="6426200" indent="0">
              <a:buNone/>
              <a:defRPr sz="3750" b="1"/>
            </a:lvl7pPr>
            <a:lvl8pPr marL="7496810" indent="0">
              <a:buNone/>
              <a:defRPr sz="3750" b="1"/>
            </a:lvl8pPr>
            <a:lvl9pPr marL="8568055" indent="0">
              <a:buNone/>
              <a:defRPr sz="375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475427" y="11058863"/>
            <a:ext cx="9061721" cy="1626592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10843946" y="7421634"/>
            <a:ext cx="9106349" cy="3637228"/>
          </a:xfrm>
        </p:spPr>
        <p:txBody>
          <a:bodyPr anchor="b"/>
          <a:lstStyle>
            <a:lvl1pPr marL="0" indent="0">
              <a:buNone/>
              <a:defRPr sz="5620" b="1"/>
            </a:lvl1pPr>
            <a:lvl2pPr marL="1071245" indent="0">
              <a:buNone/>
              <a:defRPr sz="4685" b="1"/>
            </a:lvl2pPr>
            <a:lvl3pPr marL="2141855" indent="0">
              <a:buNone/>
              <a:defRPr sz="4215" b="1"/>
            </a:lvl3pPr>
            <a:lvl4pPr marL="3213100" indent="0">
              <a:buNone/>
              <a:defRPr sz="3750" b="1"/>
            </a:lvl4pPr>
            <a:lvl5pPr marL="4283710" indent="0">
              <a:buNone/>
              <a:defRPr sz="3750" b="1"/>
            </a:lvl5pPr>
            <a:lvl6pPr marL="5354955" indent="0">
              <a:buNone/>
              <a:defRPr sz="3750" b="1"/>
            </a:lvl6pPr>
            <a:lvl7pPr marL="6426200" indent="0">
              <a:buNone/>
              <a:defRPr sz="3750" b="1"/>
            </a:lvl7pPr>
            <a:lvl8pPr marL="7496810" indent="0">
              <a:buNone/>
              <a:defRPr sz="3750" b="1"/>
            </a:lvl8pPr>
            <a:lvl9pPr marL="8568055" indent="0">
              <a:buNone/>
              <a:defRPr sz="375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10843946" y="11058863"/>
            <a:ext cx="9106349" cy="1626592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DC09-FC1B-45B8-8B7F-3565D1E2DDC4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23DAE-075D-4658-9ABB-6114F5313C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DC09-FC1B-45B8-8B7F-3565D1E2DDC4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23DAE-075D-4658-9ABB-6114F5313C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DC09-FC1B-45B8-8B7F-3565D1E2DDC4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23DAE-075D-4658-9ABB-6114F5313C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424" y="2018348"/>
            <a:ext cx="6908552" cy="7064216"/>
          </a:xfrm>
        </p:spPr>
        <p:txBody>
          <a:bodyPr anchor="b"/>
          <a:lstStyle>
            <a:lvl1pPr>
              <a:defRPr sz="749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106349" y="4359077"/>
            <a:ext cx="10843945" cy="21515024"/>
          </a:xfrm>
        </p:spPr>
        <p:txBody>
          <a:bodyPr/>
          <a:lstStyle>
            <a:lvl1pPr>
              <a:defRPr sz="7495"/>
            </a:lvl1pPr>
            <a:lvl2pPr>
              <a:defRPr sz="6560"/>
            </a:lvl2pPr>
            <a:lvl3pPr>
              <a:defRPr sz="5620"/>
            </a:lvl3pPr>
            <a:lvl4pPr>
              <a:defRPr sz="4685"/>
            </a:lvl4pPr>
            <a:lvl5pPr>
              <a:defRPr sz="4685"/>
            </a:lvl5pPr>
            <a:lvl6pPr>
              <a:defRPr sz="4685"/>
            </a:lvl6pPr>
            <a:lvl7pPr>
              <a:defRPr sz="4685"/>
            </a:lvl7pPr>
            <a:lvl8pPr>
              <a:defRPr sz="4685"/>
            </a:lvl8pPr>
            <a:lvl9pPr>
              <a:defRPr sz="468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475424" y="9082564"/>
            <a:ext cx="6908552" cy="16826573"/>
          </a:xfrm>
        </p:spPr>
        <p:txBody>
          <a:bodyPr/>
          <a:lstStyle>
            <a:lvl1pPr marL="0" indent="0">
              <a:buNone/>
              <a:defRPr sz="3750"/>
            </a:lvl1pPr>
            <a:lvl2pPr marL="1071245" indent="0">
              <a:buNone/>
              <a:defRPr sz="3280"/>
            </a:lvl2pPr>
            <a:lvl3pPr marL="2141855" indent="0">
              <a:buNone/>
              <a:defRPr sz="2810"/>
            </a:lvl3pPr>
            <a:lvl4pPr marL="3213100" indent="0">
              <a:buNone/>
              <a:defRPr sz="2345"/>
            </a:lvl4pPr>
            <a:lvl5pPr marL="4283710" indent="0">
              <a:buNone/>
              <a:defRPr sz="2345"/>
            </a:lvl5pPr>
            <a:lvl6pPr marL="5354955" indent="0">
              <a:buNone/>
              <a:defRPr sz="2345"/>
            </a:lvl6pPr>
            <a:lvl7pPr marL="6426200" indent="0">
              <a:buNone/>
              <a:defRPr sz="2345"/>
            </a:lvl7pPr>
            <a:lvl8pPr marL="7496810" indent="0">
              <a:buNone/>
              <a:defRPr sz="2345"/>
            </a:lvl8pPr>
            <a:lvl9pPr marL="8568055" indent="0">
              <a:buNone/>
              <a:defRPr sz="234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DC09-FC1B-45B8-8B7F-3565D1E2DDC4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23DAE-075D-4658-9ABB-6114F5313C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424" y="2018348"/>
            <a:ext cx="6908552" cy="7064216"/>
          </a:xfrm>
        </p:spPr>
        <p:txBody>
          <a:bodyPr anchor="b"/>
          <a:lstStyle>
            <a:lvl1pPr>
              <a:defRPr sz="749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06349" y="4359077"/>
            <a:ext cx="10843945" cy="21515024"/>
          </a:xfrm>
        </p:spPr>
        <p:txBody>
          <a:bodyPr anchor="t"/>
          <a:lstStyle>
            <a:lvl1pPr marL="0" indent="0">
              <a:buNone/>
              <a:defRPr sz="7495"/>
            </a:lvl1pPr>
            <a:lvl2pPr marL="1071245" indent="0">
              <a:buNone/>
              <a:defRPr sz="6560"/>
            </a:lvl2pPr>
            <a:lvl3pPr marL="2141855" indent="0">
              <a:buNone/>
              <a:defRPr sz="5620"/>
            </a:lvl3pPr>
            <a:lvl4pPr marL="3213100" indent="0">
              <a:buNone/>
              <a:defRPr sz="4685"/>
            </a:lvl4pPr>
            <a:lvl5pPr marL="4283710" indent="0">
              <a:buNone/>
              <a:defRPr sz="4685"/>
            </a:lvl5pPr>
            <a:lvl6pPr marL="5354955" indent="0">
              <a:buNone/>
              <a:defRPr sz="4685"/>
            </a:lvl6pPr>
            <a:lvl7pPr marL="6426200" indent="0">
              <a:buNone/>
              <a:defRPr sz="4685"/>
            </a:lvl7pPr>
            <a:lvl8pPr marL="7496810" indent="0">
              <a:buNone/>
              <a:defRPr sz="4685"/>
            </a:lvl8pPr>
            <a:lvl9pPr marL="8568055" indent="0">
              <a:buNone/>
              <a:defRPr sz="468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475424" y="9082564"/>
            <a:ext cx="6908552" cy="16826573"/>
          </a:xfrm>
        </p:spPr>
        <p:txBody>
          <a:bodyPr/>
          <a:lstStyle>
            <a:lvl1pPr marL="0" indent="0">
              <a:buNone/>
              <a:defRPr sz="3750"/>
            </a:lvl1pPr>
            <a:lvl2pPr marL="1071245" indent="0">
              <a:buNone/>
              <a:defRPr sz="3280"/>
            </a:lvl2pPr>
            <a:lvl3pPr marL="2141855" indent="0">
              <a:buNone/>
              <a:defRPr sz="2810"/>
            </a:lvl3pPr>
            <a:lvl4pPr marL="3213100" indent="0">
              <a:buNone/>
              <a:defRPr sz="2345"/>
            </a:lvl4pPr>
            <a:lvl5pPr marL="4283710" indent="0">
              <a:buNone/>
              <a:defRPr sz="2345"/>
            </a:lvl5pPr>
            <a:lvl6pPr marL="5354955" indent="0">
              <a:buNone/>
              <a:defRPr sz="2345"/>
            </a:lvl6pPr>
            <a:lvl7pPr marL="6426200" indent="0">
              <a:buNone/>
              <a:defRPr sz="2345"/>
            </a:lvl7pPr>
            <a:lvl8pPr marL="7496810" indent="0">
              <a:buNone/>
              <a:defRPr sz="2345"/>
            </a:lvl8pPr>
            <a:lvl9pPr marL="8568055" indent="0">
              <a:buNone/>
              <a:defRPr sz="234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DC09-FC1B-45B8-8B7F-3565D1E2DDC4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23DAE-075D-4658-9ABB-6114F5313C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DC09-FC1B-45B8-8B7F-3565D1E2DDC4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23DAE-075D-4658-9ABB-6114F5313C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28788" y="1611875"/>
            <a:ext cx="4618717" cy="256568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472636" y="1611875"/>
            <a:ext cx="13588400" cy="256568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DC09-FC1B-45B8-8B7F-3565D1E2DDC4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23DAE-075D-4658-9ABB-6114F5313C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2635" y="1611882"/>
            <a:ext cx="18474869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635" y="8059374"/>
            <a:ext cx="18474869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2635" y="28060644"/>
            <a:ext cx="4819531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BDC09-FC1B-45B8-8B7F-3565D1E2DDC4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95421" y="28060644"/>
            <a:ext cx="722929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27972" y="28060644"/>
            <a:ext cx="4819531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23DAE-075D-4658-9ABB-6114F5313CEA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141855" rtl="0" eaLnBrk="1" latinLnBrk="0" hangingPunct="1">
        <a:lnSpc>
          <a:spcPct val="90000"/>
        </a:lnSpc>
        <a:spcBef>
          <a:spcPct val="0"/>
        </a:spcBef>
        <a:buNone/>
        <a:defRPr sz="103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5305" indent="-535305" algn="l" defTabSz="2141855" rtl="0" eaLnBrk="1" latinLnBrk="0" hangingPunct="1">
        <a:lnSpc>
          <a:spcPct val="90000"/>
        </a:lnSpc>
        <a:spcBef>
          <a:spcPts val="2345"/>
        </a:spcBef>
        <a:buFont typeface="Arial" panose="020B0604020202020204" pitchFamily="34" charset="0"/>
        <a:buChar char="•"/>
        <a:defRPr sz="6560" kern="1200">
          <a:solidFill>
            <a:schemeClr val="tx1"/>
          </a:solidFill>
          <a:latin typeface="+mn-lt"/>
          <a:ea typeface="+mn-ea"/>
          <a:cs typeface="+mn-cs"/>
        </a:defRPr>
      </a:lvl1pPr>
      <a:lvl2pPr marL="1606550" indent="-535305" algn="l" defTabSz="214185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5620" kern="1200">
          <a:solidFill>
            <a:schemeClr val="tx1"/>
          </a:solidFill>
          <a:latin typeface="+mn-lt"/>
          <a:ea typeface="+mn-ea"/>
          <a:cs typeface="+mn-cs"/>
        </a:defRPr>
      </a:lvl2pPr>
      <a:lvl3pPr marL="2677795" indent="-535305" algn="l" defTabSz="214185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685" kern="1200">
          <a:solidFill>
            <a:schemeClr val="tx1"/>
          </a:solidFill>
          <a:latin typeface="+mn-lt"/>
          <a:ea typeface="+mn-ea"/>
          <a:cs typeface="+mn-cs"/>
        </a:defRPr>
      </a:lvl3pPr>
      <a:lvl4pPr marL="3748405" indent="-535305" algn="l" defTabSz="214185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5" kern="1200">
          <a:solidFill>
            <a:schemeClr val="tx1"/>
          </a:solidFill>
          <a:latin typeface="+mn-lt"/>
          <a:ea typeface="+mn-ea"/>
          <a:cs typeface="+mn-cs"/>
        </a:defRPr>
      </a:lvl4pPr>
      <a:lvl5pPr marL="4819650" indent="-535305" algn="l" defTabSz="214185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5" kern="1200">
          <a:solidFill>
            <a:schemeClr val="tx1"/>
          </a:solidFill>
          <a:latin typeface="+mn-lt"/>
          <a:ea typeface="+mn-ea"/>
          <a:cs typeface="+mn-cs"/>
        </a:defRPr>
      </a:lvl5pPr>
      <a:lvl6pPr marL="5890260" indent="-535305" algn="l" defTabSz="214185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5" kern="1200">
          <a:solidFill>
            <a:schemeClr val="tx1"/>
          </a:solidFill>
          <a:latin typeface="+mn-lt"/>
          <a:ea typeface="+mn-ea"/>
          <a:cs typeface="+mn-cs"/>
        </a:defRPr>
      </a:lvl6pPr>
      <a:lvl7pPr marL="6961505" indent="-535305" algn="l" defTabSz="214185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5" kern="1200">
          <a:solidFill>
            <a:schemeClr val="tx1"/>
          </a:solidFill>
          <a:latin typeface="+mn-lt"/>
          <a:ea typeface="+mn-ea"/>
          <a:cs typeface="+mn-cs"/>
        </a:defRPr>
      </a:lvl7pPr>
      <a:lvl8pPr marL="8032750" indent="-535305" algn="l" defTabSz="214185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5" kern="1200">
          <a:solidFill>
            <a:schemeClr val="tx1"/>
          </a:solidFill>
          <a:latin typeface="+mn-lt"/>
          <a:ea typeface="+mn-ea"/>
          <a:cs typeface="+mn-cs"/>
        </a:defRPr>
      </a:lvl8pPr>
      <a:lvl9pPr marL="9103360" indent="-535305" algn="l" defTabSz="214185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1pPr>
      <a:lvl2pPr marL="1071245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2pPr>
      <a:lvl3pPr marL="2141855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3pPr>
      <a:lvl4pPr marL="3213100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4pPr>
      <a:lvl5pPr marL="4283710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5pPr>
      <a:lvl6pPr marL="5354955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6pPr>
      <a:lvl7pPr marL="6426200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7pPr>
      <a:lvl8pPr marL="7496810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8pPr>
      <a:lvl9pPr marL="8568055" algn="l" defTabSz="2141855" rtl="0" eaLnBrk="1" latinLnBrk="0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-15750" y="-22961"/>
            <a:ext cx="21420138" cy="2939943"/>
          </a:xfrm>
          <a:prstGeom prst="rect">
            <a:avLst/>
          </a:prstGeom>
          <a:solidFill>
            <a:srgbClr val="245A8C"/>
          </a:solidFill>
          <a:ln w="9525" cap="flat" cmpd="sng" algn="ctr">
            <a:solidFill>
              <a:srgbClr val="97D1A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9" r="15586"/>
          <a:stretch>
            <a:fillRect/>
          </a:stretch>
        </p:blipFill>
        <p:spPr>
          <a:xfrm>
            <a:off x="33633" y="-2054"/>
            <a:ext cx="1800992" cy="172648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942" y="1167113"/>
            <a:ext cx="1834625" cy="170633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37505" y="1243330"/>
            <a:ext cx="1783080" cy="16617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9" name="TextBox 2"/>
          <p:cNvSpPr txBox="1"/>
          <p:nvPr/>
        </p:nvSpPr>
        <p:spPr>
          <a:xfrm>
            <a:off x="1979295" y="0"/>
            <a:ext cx="16868140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6400" b="1">
                <a:solidFill>
                  <a:srgbClr val="3D9B6D"/>
                </a:solidFill>
              </a:defRPr>
            </a:pPr>
            <a:r>
              <a:rPr sz="5500" dirty="0">
                <a:solidFill>
                  <a:schemeClr val="bg1"/>
                </a:solidFill>
              </a:rPr>
              <a:t>PREMIER SÉMINAIRE NATIONAL EN PHYTOBIOLOGIE ET VALORISATION DES BIORESSOURCES</a:t>
            </a:r>
            <a:endParaRPr lang="fr-FR" sz="5500" dirty="0">
              <a:solidFill>
                <a:schemeClr val="bg1"/>
              </a:solidFill>
            </a:endParaRPr>
          </a:p>
          <a:p>
            <a:pPr algn="ctr">
              <a:defRPr sz="6400" b="1">
                <a:solidFill>
                  <a:srgbClr val="3D9B6D"/>
                </a:solidFill>
              </a:defRPr>
            </a:pPr>
            <a:r>
              <a:rPr sz="4000" dirty="0">
                <a:solidFill>
                  <a:schemeClr val="bg1"/>
                </a:solidFill>
              </a:rPr>
              <a:t> (SNPVB 2025)</a:t>
            </a:r>
            <a:r>
              <a:rPr lang="fr-FR" sz="4000" dirty="0">
                <a:solidFill>
                  <a:schemeClr val="bg1"/>
                </a:solidFill>
              </a:rPr>
              <a:t> 26-27 novembre - online</a:t>
            </a:r>
            <a:endParaRPr sz="4000" dirty="0">
              <a:solidFill>
                <a:schemeClr val="bg1"/>
              </a:solidFill>
            </a:endParaRPr>
          </a:p>
        </p:txBody>
      </p:sp>
      <p:sp>
        <p:nvSpPr>
          <p:cNvPr id="30" name="TextBox 3"/>
          <p:cNvSpPr txBox="1"/>
          <p:nvPr/>
        </p:nvSpPr>
        <p:spPr>
          <a:xfrm>
            <a:off x="1021542" y="3027660"/>
            <a:ext cx="19394905" cy="258532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endParaRPr dirty="0"/>
          </a:p>
          <a:p>
            <a:pPr algn="ctr">
              <a:defRPr sz="8000" b="1">
                <a:solidFill>
                  <a:srgbClr val="3D9B6D"/>
                </a:solidFill>
              </a:defRPr>
            </a:pPr>
            <a:r>
              <a:rPr sz="5400" dirty="0">
                <a:solidFill>
                  <a:srgbClr val="002060"/>
                </a:solidFill>
              </a:rPr>
              <a:t>TITRE DU POSTER</a:t>
            </a:r>
          </a:p>
          <a:p>
            <a:pPr algn="ctr">
              <a:defRPr sz="4000"/>
            </a:pPr>
            <a:r>
              <a:rPr sz="2800" dirty="0"/>
              <a:t>Nom Prénom¹, Nom Prénom², ...</a:t>
            </a:r>
            <a:br>
              <a:rPr sz="2800" dirty="0"/>
            </a:br>
            <a:r>
              <a:rPr sz="2800" dirty="0"/>
              <a:t>¹</a:t>
            </a:r>
            <a:r>
              <a:rPr lang="fr-FR" sz="2800" dirty="0"/>
              <a:t>Affiliation </a:t>
            </a:r>
            <a:r>
              <a:rPr sz="2800" dirty="0"/>
              <a:t>, ²</a:t>
            </a:r>
            <a:r>
              <a:rPr lang="fr-FR" sz="2800" dirty="0"/>
              <a:t>Affiliation</a:t>
            </a:r>
            <a:r>
              <a:rPr sz="2800" dirty="0"/>
              <a:t>, ...</a:t>
            </a:r>
            <a:br>
              <a:rPr sz="2800" dirty="0"/>
            </a:br>
            <a:r>
              <a:rPr sz="2800" dirty="0"/>
              <a:t>📧 Email du contact : ...</a:t>
            </a:r>
          </a:p>
        </p:txBody>
      </p:sp>
      <p:sp>
        <p:nvSpPr>
          <p:cNvPr id="31" name="TextBox 4"/>
          <p:cNvSpPr txBox="1"/>
          <p:nvPr/>
        </p:nvSpPr>
        <p:spPr>
          <a:xfrm>
            <a:off x="69626" y="5821737"/>
            <a:ext cx="10674573" cy="9738836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D9B6D"/>
                </a:solidFill>
              </a:defRPr>
            </a:pPr>
            <a:r>
              <a:rPr sz="3800" dirty="0">
                <a:solidFill>
                  <a:srgbClr val="002060"/>
                </a:solidFill>
              </a:rPr>
              <a:t>Introduction et </a:t>
            </a:r>
            <a:r>
              <a:rPr sz="3800" dirty="0" err="1">
                <a:solidFill>
                  <a:srgbClr val="002060"/>
                </a:solidFill>
              </a:rPr>
              <a:t>Objectifs</a:t>
            </a:r>
            <a:endParaRPr sz="3800" dirty="0">
              <a:solidFill>
                <a:srgbClr val="002060"/>
              </a:solidFill>
            </a:endParaRPr>
          </a:p>
          <a:p>
            <a:br>
              <a:rPr dirty="0"/>
            </a:br>
            <a:r>
              <a:rPr dirty="0"/>
              <a:t>(</a:t>
            </a:r>
            <a:r>
              <a:rPr dirty="0" err="1"/>
              <a:t>Contenu</a:t>
            </a:r>
            <a:r>
              <a:rPr dirty="0"/>
              <a:t> à </a:t>
            </a:r>
            <a:r>
              <a:rPr dirty="0" err="1"/>
              <a:t>insérer</a:t>
            </a:r>
            <a:r>
              <a:rPr dirty="0"/>
              <a:t> </a:t>
            </a:r>
            <a:r>
              <a:rPr dirty="0" err="1"/>
              <a:t>ici</a:t>
            </a:r>
            <a:r>
              <a:rPr dirty="0"/>
              <a:t> : </a:t>
            </a:r>
            <a:r>
              <a:rPr dirty="0" err="1"/>
              <a:t>texte</a:t>
            </a:r>
            <a:r>
              <a:rPr dirty="0"/>
              <a:t>, figures, </a:t>
            </a:r>
            <a:r>
              <a:rPr dirty="0" err="1"/>
              <a:t>graphiques</a:t>
            </a:r>
            <a:r>
              <a:rPr dirty="0"/>
              <a:t>...)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32" name="TextBox 6"/>
          <p:cNvSpPr txBox="1"/>
          <p:nvPr/>
        </p:nvSpPr>
        <p:spPr>
          <a:xfrm>
            <a:off x="10894524" y="5821737"/>
            <a:ext cx="10305118" cy="17215560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D9B6D"/>
                </a:solidFill>
              </a:defRPr>
            </a:pPr>
            <a:r>
              <a:rPr sz="3800" dirty="0" err="1">
                <a:solidFill>
                  <a:srgbClr val="002060"/>
                </a:solidFill>
              </a:rPr>
              <a:t>Résultats</a:t>
            </a:r>
            <a:r>
              <a:rPr sz="3800" dirty="0">
                <a:solidFill>
                  <a:srgbClr val="002060"/>
                </a:solidFill>
              </a:rPr>
              <a:t> et Discussion</a:t>
            </a:r>
          </a:p>
          <a:p>
            <a:br>
              <a:rPr dirty="0"/>
            </a:br>
            <a:r>
              <a:rPr dirty="0"/>
              <a:t>(</a:t>
            </a:r>
            <a:r>
              <a:rPr dirty="0" err="1"/>
              <a:t>Contenu</a:t>
            </a:r>
            <a:r>
              <a:rPr dirty="0"/>
              <a:t> à </a:t>
            </a:r>
            <a:r>
              <a:rPr dirty="0" err="1"/>
              <a:t>insérer</a:t>
            </a:r>
            <a:r>
              <a:rPr dirty="0"/>
              <a:t> </a:t>
            </a:r>
            <a:r>
              <a:rPr dirty="0" err="1"/>
              <a:t>ici</a:t>
            </a:r>
            <a:r>
              <a:rPr dirty="0"/>
              <a:t> : </a:t>
            </a:r>
            <a:r>
              <a:rPr dirty="0" err="1"/>
              <a:t>texte</a:t>
            </a:r>
            <a:r>
              <a:rPr dirty="0"/>
              <a:t>, figures, </a:t>
            </a:r>
            <a:r>
              <a:rPr dirty="0" err="1"/>
              <a:t>graphiques</a:t>
            </a:r>
            <a:r>
              <a:rPr dirty="0"/>
              <a:t>...)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33" name="TextBox 5"/>
          <p:cNvSpPr txBox="1"/>
          <p:nvPr/>
        </p:nvSpPr>
        <p:spPr>
          <a:xfrm>
            <a:off x="19746" y="15659960"/>
            <a:ext cx="10674573" cy="11172646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D9B6D"/>
                </a:solidFill>
              </a:defRPr>
            </a:pPr>
            <a:r>
              <a:rPr sz="3800" dirty="0" err="1">
                <a:solidFill>
                  <a:srgbClr val="002060"/>
                </a:solidFill>
              </a:rPr>
              <a:t>Matériel</a:t>
            </a:r>
            <a:r>
              <a:rPr sz="3800" dirty="0">
                <a:solidFill>
                  <a:srgbClr val="002060"/>
                </a:solidFill>
              </a:rPr>
              <a:t> et </a:t>
            </a:r>
            <a:r>
              <a:rPr sz="3800" dirty="0" err="1">
                <a:solidFill>
                  <a:srgbClr val="002060"/>
                </a:solidFill>
              </a:rPr>
              <a:t>Méthodes</a:t>
            </a:r>
            <a:endParaRPr sz="3800" dirty="0">
              <a:solidFill>
                <a:srgbClr val="002060"/>
              </a:solidFill>
            </a:endParaRPr>
          </a:p>
          <a:p>
            <a:br>
              <a:rPr dirty="0"/>
            </a:br>
            <a:r>
              <a:rPr dirty="0"/>
              <a:t>(</a:t>
            </a:r>
            <a:r>
              <a:rPr dirty="0" err="1"/>
              <a:t>Contenu</a:t>
            </a:r>
            <a:r>
              <a:rPr dirty="0"/>
              <a:t> à </a:t>
            </a:r>
            <a:r>
              <a:rPr dirty="0" err="1"/>
              <a:t>insérer</a:t>
            </a:r>
            <a:r>
              <a:rPr dirty="0"/>
              <a:t> </a:t>
            </a:r>
            <a:r>
              <a:rPr dirty="0" err="1"/>
              <a:t>ici</a:t>
            </a:r>
            <a:r>
              <a:rPr dirty="0"/>
              <a:t> : </a:t>
            </a:r>
            <a:r>
              <a:rPr dirty="0" err="1"/>
              <a:t>texte</a:t>
            </a:r>
            <a:r>
              <a:rPr dirty="0"/>
              <a:t>, figures, </a:t>
            </a:r>
            <a:r>
              <a:rPr dirty="0" err="1"/>
              <a:t>graphiques</a:t>
            </a:r>
            <a:r>
              <a:rPr dirty="0"/>
              <a:t>...)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34" name="TextBox 7"/>
          <p:cNvSpPr txBox="1"/>
          <p:nvPr/>
        </p:nvSpPr>
        <p:spPr>
          <a:xfrm>
            <a:off x="10894524" y="23168590"/>
            <a:ext cx="10473840" cy="3609499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4800" b="1">
                <a:solidFill>
                  <a:srgbClr val="3D9B6D"/>
                </a:solidFill>
              </a:defRPr>
            </a:pPr>
            <a:r>
              <a:rPr sz="3800" dirty="0">
                <a:solidFill>
                  <a:srgbClr val="002060"/>
                </a:solidFill>
              </a:rPr>
              <a:t>Conclusion et Perspectives</a:t>
            </a:r>
          </a:p>
          <a:p>
            <a:br>
              <a:rPr dirty="0"/>
            </a:br>
            <a:r>
              <a:rPr dirty="0"/>
              <a:t>(</a:t>
            </a:r>
            <a:r>
              <a:rPr dirty="0" err="1"/>
              <a:t>Contenu</a:t>
            </a:r>
            <a:r>
              <a:rPr dirty="0"/>
              <a:t> à </a:t>
            </a:r>
            <a:r>
              <a:rPr dirty="0" err="1"/>
              <a:t>insérer</a:t>
            </a:r>
            <a:r>
              <a:rPr dirty="0"/>
              <a:t> </a:t>
            </a:r>
            <a:r>
              <a:rPr dirty="0" err="1"/>
              <a:t>ici</a:t>
            </a:r>
            <a:r>
              <a:rPr dirty="0"/>
              <a:t>...)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35" name="TextBox 8"/>
          <p:cNvSpPr txBox="1"/>
          <p:nvPr/>
        </p:nvSpPr>
        <p:spPr>
          <a:xfrm>
            <a:off x="69626" y="27041360"/>
            <a:ext cx="21298738" cy="2281476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D9B6D"/>
                </a:solidFill>
              </a:defRPr>
            </a:pPr>
            <a:r>
              <a:rPr sz="3800" dirty="0" err="1">
                <a:solidFill>
                  <a:srgbClr val="002060"/>
                </a:solidFill>
              </a:rPr>
              <a:t>Références</a:t>
            </a:r>
            <a:r>
              <a:rPr sz="3800" dirty="0">
                <a:solidFill>
                  <a:srgbClr val="002060"/>
                </a:solidFill>
              </a:rPr>
              <a:t> / </a:t>
            </a:r>
            <a:r>
              <a:rPr sz="3800" dirty="0" err="1">
                <a:solidFill>
                  <a:srgbClr val="002060"/>
                </a:solidFill>
              </a:rPr>
              <a:t>Remerciements</a:t>
            </a:r>
            <a:endParaRPr sz="3800" dirty="0">
              <a:solidFill>
                <a:srgbClr val="002060"/>
              </a:solidFill>
            </a:endParaRPr>
          </a:p>
          <a:p>
            <a:r>
              <a:rPr dirty="0"/>
              <a:t>(</a:t>
            </a:r>
            <a:r>
              <a:rPr dirty="0" err="1"/>
              <a:t>Contenu</a:t>
            </a:r>
            <a:r>
              <a:rPr dirty="0"/>
              <a:t> à </a:t>
            </a:r>
            <a:r>
              <a:rPr dirty="0" err="1"/>
              <a:t>insérer</a:t>
            </a:r>
            <a:r>
              <a:rPr dirty="0"/>
              <a:t> </a:t>
            </a:r>
            <a:r>
              <a:rPr dirty="0" err="1"/>
              <a:t>ici</a:t>
            </a:r>
            <a:r>
              <a:rPr dirty="0"/>
              <a:t>...)</a:t>
            </a:r>
            <a:r>
              <a:rPr lang="fr-FR" dirty="0"/>
              <a:t>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1051" y="29496103"/>
            <a:ext cx="21435888" cy="779110"/>
          </a:xfrm>
          <a:prstGeom prst="rect">
            <a:avLst/>
          </a:prstGeom>
          <a:solidFill>
            <a:srgbClr val="66CCFF"/>
          </a:solidFill>
          <a:ln>
            <a:solidFill>
              <a:srgbClr val="97D1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rPr lang="fr-FR" sz="1600" dirty="0">
                <a:solidFill>
                  <a:schemeClr val="tx1"/>
                </a:solidFill>
              </a:rPr>
              <a:t>Premier Séminaire National en Phytobiologie et Valorisation des </a:t>
            </a:r>
            <a:r>
              <a:rPr lang="fr-FR" sz="1600" dirty="0" err="1">
                <a:solidFill>
                  <a:schemeClr val="tx1"/>
                </a:solidFill>
              </a:rPr>
              <a:t>Bioressources</a:t>
            </a:r>
            <a:r>
              <a:rPr lang="fr-FR" sz="1600" dirty="0">
                <a:solidFill>
                  <a:schemeClr val="tx1"/>
                </a:solidFill>
              </a:rPr>
              <a:t> (SNPVB 2025) , Laboratoire de Biologie Végétale et Environnement – Université </a:t>
            </a:r>
            <a:r>
              <a:rPr lang="fr-FR" sz="1600" dirty="0" err="1">
                <a:solidFill>
                  <a:schemeClr val="tx1"/>
                </a:solidFill>
              </a:rPr>
              <a:t>Badji</a:t>
            </a:r>
            <a:r>
              <a:rPr lang="fr-FR" sz="1600" dirty="0">
                <a:solidFill>
                  <a:schemeClr val="tx1"/>
                </a:solidFill>
              </a:rPr>
              <a:t> Mokhtar Annaba</a:t>
            </a:r>
          </a:p>
          <a:p>
            <a:pPr algn="ctr">
              <a:defRPr sz="2400"/>
            </a:pPr>
            <a:r>
              <a:rPr lang="fr-FR" sz="1600" dirty="0">
                <a:solidFill>
                  <a:schemeClr val="tx1"/>
                </a:solidFill>
              </a:rPr>
              <a:t>✉️ snphytobiologie.2025@gmail.com | 🌐 https://forms.gle/VESYQZUB3VGGVQML8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28460" y="-8890"/>
            <a:ext cx="1923415" cy="18268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152</Words>
  <Application>Microsoft Office PowerPoint</Application>
  <PresentationFormat>Personnalisé</PresentationFormat>
  <Paragraphs>130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Compte Microsoft</dc:creator>
  <cp:lastModifiedBy>MTSTORE</cp:lastModifiedBy>
  <cp:revision>139</cp:revision>
  <cp:lastPrinted>2023-09-27T12:08:00Z</cp:lastPrinted>
  <dcterms:created xsi:type="dcterms:W3CDTF">2023-09-27T09:39:00Z</dcterms:created>
  <dcterms:modified xsi:type="dcterms:W3CDTF">2025-11-03T21:17:21Z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C2BB9FB583DC430D9195B697AD43F6EE_12</vt:lpwstr>
  </property>
  <property fmtid="{D5CDD505-2E9C-101B-9397-08002B2CF9AE}" pid="3" name="KSOProductBuildVer">
    <vt:lpwstr>1036-12.2.0.23131</vt:lpwstr>
  </property>
</Properties>
</file>