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331" r:id="rId2"/>
    <p:sldId id="332" r:id="rId3"/>
    <p:sldId id="333" r:id="rId4"/>
    <p:sldId id="334" r:id="rId5"/>
    <p:sldId id="335" r:id="rId6"/>
  </p:sldIdLst>
  <p:sldSz cx="51206400" cy="28803600"/>
  <p:notesSz cx="6858000" cy="9144000"/>
  <p:defaultTextStyle>
    <a:defPPr>
      <a:defRPr lang="fr-FR"/>
    </a:defPPr>
    <a:lvl1pPr marL="0" algn="l" defTabSz="4114800" rtl="0" eaLnBrk="1" latinLnBrk="0" hangingPunct="1">
      <a:defRPr sz="8100" kern="1200">
        <a:solidFill>
          <a:schemeClr val="tx1"/>
        </a:solidFill>
        <a:latin typeface="+mn-lt"/>
        <a:ea typeface="+mn-ea"/>
        <a:cs typeface="+mn-cs"/>
      </a:defRPr>
    </a:lvl1pPr>
    <a:lvl2pPr marL="2057400" algn="l" defTabSz="4114800" rtl="0" eaLnBrk="1" latinLnBrk="0" hangingPunct="1">
      <a:defRPr sz="8100" kern="1200">
        <a:solidFill>
          <a:schemeClr val="tx1"/>
        </a:solidFill>
        <a:latin typeface="+mn-lt"/>
        <a:ea typeface="+mn-ea"/>
        <a:cs typeface="+mn-cs"/>
      </a:defRPr>
    </a:lvl2pPr>
    <a:lvl3pPr marL="4114800" algn="l" defTabSz="4114800" rtl="0" eaLnBrk="1" latinLnBrk="0" hangingPunct="1">
      <a:defRPr sz="8100" kern="1200">
        <a:solidFill>
          <a:schemeClr val="tx1"/>
        </a:solidFill>
        <a:latin typeface="+mn-lt"/>
        <a:ea typeface="+mn-ea"/>
        <a:cs typeface="+mn-cs"/>
      </a:defRPr>
    </a:lvl3pPr>
    <a:lvl4pPr marL="6172200" algn="l" defTabSz="4114800" rtl="0" eaLnBrk="1" latinLnBrk="0" hangingPunct="1">
      <a:defRPr sz="8100" kern="1200">
        <a:solidFill>
          <a:schemeClr val="tx1"/>
        </a:solidFill>
        <a:latin typeface="+mn-lt"/>
        <a:ea typeface="+mn-ea"/>
        <a:cs typeface="+mn-cs"/>
      </a:defRPr>
    </a:lvl4pPr>
    <a:lvl5pPr marL="8229600" algn="l" defTabSz="4114800" rtl="0" eaLnBrk="1" latinLnBrk="0" hangingPunct="1">
      <a:defRPr sz="8100" kern="1200">
        <a:solidFill>
          <a:schemeClr val="tx1"/>
        </a:solidFill>
        <a:latin typeface="+mn-lt"/>
        <a:ea typeface="+mn-ea"/>
        <a:cs typeface="+mn-cs"/>
      </a:defRPr>
    </a:lvl5pPr>
    <a:lvl6pPr marL="10287000" algn="l" defTabSz="4114800" rtl="0" eaLnBrk="1" latinLnBrk="0" hangingPunct="1">
      <a:defRPr sz="8100" kern="1200">
        <a:solidFill>
          <a:schemeClr val="tx1"/>
        </a:solidFill>
        <a:latin typeface="+mn-lt"/>
        <a:ea typeface="+mn-ea"/>
        <a:cs typeface="+mn-cs"/>
      </a:defRPr>
    </a:lvl6pPr>
    <a:lvl7pPr marL="12344400" algn="l" defTabSz="4114800" rtl="0" eaLnBrk="1" latinLnBrk="0" hangingPunct="1">
      <a:defRPr sz="8100" kern="1200">
        <a:solidFill>
          <a:schemeClr val="tx1"/>
        </a:solidFill>
        <a:latin typeface="+mn-lt"/>
        <a:ea typeface="+mn-ea"/>
        <a:cs typeface="+mn-cs"/>
      </a:defRPr>
    </a:lvl7pPr>
    <a:lvl8pPr marL="14401800" algn="l" defTabSz="4114800" rtl="0" eaLnBrk="1" latinLnBrk="0" hangingPunct="1">
      <a:defRPr sz="8100" kern="1200">
        <a:solidFill>
          <a:schemeClr val="tx1"/>
        </a:solidFill>
        <a:latin typeface="+mn-lt"/>
        <a:ea typeface="+mn-ea"/>
        <a:cs typeface="+mn-cs"/>
      </a:defRPr>
    </a:lvl8pPr>
    <a:lvl9pPr marL="16459200" algn="l" defTabSz="4114800" rtl="0" eaLnBrk="1" latinLnBrk="0" hangingPunct="1">
      <a:defRPr sz="8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117" userDrawn="1">
          <p15:clr>
            <a:srgbClr val="A4A3A4"/>
          </p15:clr>
        </p15:guide>
        <p15:guide id="2" pos="161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99FFCC"/>
    <a:srgbClr val="48845F"/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4" d="100"/>
          <a:sy n="14" d="100"/>
        </p:scale>
        <p:origin x="940" y="76"/>
      </p:cViewPr>
      <p:guideLst>
        <p:guide orient="horz" pos="9117"/>
        <p:guide pos="1617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87292E-4C4C-4709-BBFF-7F3F10A3B227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BBFF51-C2AD-4806-9BB4-8540ED2D77C8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3840480" y="8947788"/>
            <a:ext cx="43525440" cy="617410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7680960" y="16322040"/>
            <a:ext cx="35844480" cy="7360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172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22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287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34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401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45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77DC6-5FFC-4AAF-A783-F4D742845DBF}" type="datetime1">
              <a:rPr lang="fr-FR" smtClean="0"/>
              <a:t>03/11/2025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5298-A963-4E65-B9ED-4648940C6A83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AE380-47DE-41AF-BF04-4BE7B6F0494A}" type="datetime1">
              <a:rPr lang="fr-FR" smtClean="0"/>
              <a:t>03/11/2025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5298-A963-4E65-B9ED-4648940C6A83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044953" y="18508984"/>
            <a:ext cx="43525440" cy="5720715"/>
          </a:xfrm>
        </p:spPr>
        <p:txBody>
          <a:bodyPr anchor="t"/>
          <a:lstStyle>
            <a:lvl1pPr algn="l">
              <a:defRPr sz="18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044953" y="12208198"/>
            <a:ext cx="43525440" cy="6300785"/>
          </a:xfrm>
        </p:spPr>
        <p:txBody>
          <a:bodyPr anchor="b"/>
          <a:lstStyle>
            <a:lvl1pPr marL="0" indent="0">
              <a:buNone/>
              <a:defRPr sz="9000">
                <a:solidFill>
                  <a:schemeClr val="tx1">
                    <a:tint val="75000"/>
                  </a:schemeClr>
                </a:solidFill>
              </a:defRPr>
            </a:lvl1pPr>
            <a:lvl2pPr marL="2057400" indent="0">
              <a:buNone/>
              <a:defRPr sz="8100">
                <a:solidFill>
                  <a:schemeClr val="tx1">
                    <a:tint val="75000"/>
                  </a:schemeClr>
                </a:solidFill>
              </a:defRPr>
            </a:lvl2pPr>
            <a:lvl3pPr marL="411480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3pPr>
            <a:lvl4pPr marL="6172200" indent="0">
              <a:buNone/>
              <a:defRPr sz="6300">
                <a:solidFill>
                  <a:schemeClr val="tx1">
                    <a:tint val="75000"/>
                  </a:schemeClr>
                </a:solidFill>
              </a:defRPr>
            </a:lvl4pPr>
            <a:lvl5pPr marL="8229600" indent="0">
              <a:buNone/>
              <a:defRPr sz="6300">
                <a:solidFill>
                  <a:schemeClr val="tx1">
                    <a:tint val="75000"/>
                  </a:schemeClr>
                </a:solidFill>
              </a:defRPr>
            </a:lvl5pPr>
            <a:lvl6pPr marL="10287000" indent="0">
              <a:buNone/>
              <a:defRPr sz="6300">
                <a:solidFill>
                  <a:schemeClr val="tx1">
                    <a:tint val="75000"/>
                  </a:schemeClr>
                </a:solidFill>
              </a:defRPr>
            </a:lvl6pPr>
            <a:lvl7pPr marL="12344400" indent="0">
              <a:buNone/>
              <a:defRPr sz="6300">
                <a:solidFill>
                  <a:schemeClr val="tx1">
                    <a:tint val="75000"/>
                  </a:schemeClr>
                </a:solidFill>
              </a:defRPr>
            </a:lvl7pPr>
            <a:lvl8pPr marL="14401800" indent="0">
              <a:buNone/>
              <a:defRPr sz="6300">
                <a:solidFill>
                  <a:schemeClr val="tx1">
                    <a:tint val="75000"/>
                  </a:schemeClr>
                </a:solidFill>
              </a:defRPr>
            </a:lvl8pPr>
            <a:lvl9pPr marL="16459200" indent="0">
              <a:buNone/>
              <a:defRPr sz="6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77325-F241-4E1A-8A85-DEE394FE696F}" type="datetime1">
              <a:rPr lang="fr-FR" smtClean="0"/>
              <a:t>03/11/2025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5298-A963-4E65-B9ED-4648940C6A83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8063236" y="42338628"/>
            <a:ext cx="72160128" cy="119761635"/>
          </a:xfrm>
        </p:spPr>
        <p:txBody>
          <a:bodyPr/>
          <a:lstStyle>
            <a:lvl1pPr>
              <a:defRPr sz="12600"/>
            </a:lvl1pPr>
            <a:lvl2pPr>
              <a:defRPr sz="10800"/>
            </a:lvl2pPr>
            <a:lvl3pPr>
              <a:defRPr sz="9000"/>
            </a:lvl3pPr>
            <a:lvl4pPr>
              <a:defRPr sz="8100"/>
            </a:lvl4pPr>
            <a:lvl5pPr>
              <a:defRPr sz="8100"/>
            </a:lvl5pPr>
            <a:lvl6pPr>
              <a:defRPr sz="8100"/>
            </a:lvl6pPr>
            <a:lvl7pPr>
              <a:defRPr sz="8100"/>
            </a:lvl7pPr>
            <a:lvl8pPr>
              <a:defRPr sz="8100"/>
            </a:lvl8pPr>
            <a:lvl9pPr>
              <a:defRPr sz="81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81076801" y="42338628"/>
            <a:ext cx="72160134" cy="119761635"/>
          </a:xfrm>
        </p:spPr>
        <p:txBody>
          <a:bodyPr/>
          <a:lstStyle>
            <a:lvl1pPr>
              <a:defRPr sz="12600"/>
            </a:lvl1pPr>
            <a:lvl2pPr>
              <a:defRPr sz="10800"/>
            </a:lvl2pPr>
            <a:lvl3pPr>
              <a:defRPr sz="9000"/>
            </a:lvl3pPr>
            <a:lvl4pPr>
              <a:defRPr sz="8100"/>
            </a:lvl4pPr>
            <a:lvl5pPr>
              <a:defRPr sz="8100"/>
            </a:lvl5pPr>
            <a:lvl6pPr>
              <a:defRPr sz="8100"/>
            </a:lvl6pPr>
            <a:lvl7pPr>
              <a:defRPr sz="8100"/>
            </a:lvl7pPr>
            <a:lvl8pPr>
              <a:defRPr sz="8100"/>
            </a:lvl8pPr>
            <a:lvl9pPr>
              <a:defRPr sz="81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3636-9814-46CA-904E-AC6514412819}" type="datetime1">
              <a:rPr lang="fr-FR" smtClean="0"/>
              <a:t>03/11/2025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5298-A963-4E65-B9ED-4648940C6A83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560320" y="1153479"/>
            <a:ext cx="46085760" cy="48006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2560320" y="6447476"/>
            <a:ext cx="22625052" cy="2687001"/>
          </a:xfrm>
        </p:spPr>
        <p:txBody>
          <a:bodyPr anchor="b"/>
          <a:lstStyle>
            <a:lvl1pPr marL="0" indent="0">
              <a:buNone/>
              <a:defRPr sz="10800" b="1"/>
            </a:lvl1pPr>
            <a:lvl2pPr marL="2057400" indent="0">
              <a:buNone/>
              <a:defRPr sz="9000" b="1"/>
            </a:lvl2pPr>
            <a:lvl3pPr marL="4114800" indent="0">
              <a:buNone/>
              <a:defRPr sz="8100" b="1"/>
            </a:lvl3pPr>
            <a:lvl4pPr marL="6172200" indent="0">
              <a:buNone/>
              <a:defRPr sz="7200" b="1"/>
            </a:lvl4pPr>
            <a:lvl5pPr marL="8229600" indent="0">
              <a:buNone/>
              <a:defRPr sz="7200" b="1"/>
            </a:lvl5pPr>
            <a:lvl6pPr marL="10287000" indent="0">
              <a:buNone/>
              <a:defRPr sz="7200" b="1"/>
            </a:lvl6pPr>
            <a:lvl7pPr marL="12344400" indent="0">
              <a:buNone/>
              <a:defRPr sz="7200" b="1"/>
            </a:lvl7pPr>
            <a:lvl8pPr marL="14401800" indent="0">
              <a:buNone/>
              <a:defRPr sz="7200" b="1"/>
            </a:lvl8pPr>
            <a:lvl9pPr marL="16459200" indent="0">
              <a:buNone/>
              <a:defRPr sz="7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2560320" y="9134477"/>
            <a:ext cx="22625052" cy="16595409"/>
          </a:xfrm>
        </p:spPr>
        <p:txBody>
          <a:bodyPr/>
          <a:lstStyle>
            <a:lvl1pPr>
              <a:defRPr sz="10800"/>
            </a:lvl1pPr>
            <a:lvl2pPr>
              <a:defRPr sz="9000"/>
            </a:lvl2pPr>
            <a:lvl3pPr>
              <a:defRPr sz="810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26012144" y="6447476"/>
            <a:ext cx="22633940" cy="2687001"/>
          </a:xfrm>
        </p:spPr>
        <p:txBody>
          <a:bodyPr anchor="b"/>
          <a:lstStyle>
            <a:lvl1pPr marL="0" indent="0">
              <a:buNone/>
              <a:defRPr sz="10800" b="1"/>
            </a:lvl1pPr>
            <a:lvl2pPr marL="2057400" indent="0">
              <a:buNone/>
              <a:defRPr sz="9000" b="1"/>
            </a:lvl2pPr>
            <a:lvl3pPr marL="4114800" indent="0">
              <a:buNone/>
              <a:defRPr sz="8100" b="1"/>
            </a:lvl3pPr>
            <a:lvl4pPr marL="6172200" indent="0">
              <a:buNone/>
              <a:defRPr sz="7200" b="1"/>
            </a:lvl4pPr>
            <a:lvl5pPr marL="8229600" indent="0">
              <a:buNone/>
              <a:defRPr sz="7200" b="1"/>
            </a:lvl5pPr>
            <a:lvl6pPr marL="10287000" indent="0">
              <a:buNone/>
              <a:defRPr sz="7200" b="1"/>
            </a:lvl6pPr>
            <a:lvl7pPr marL="12344400" indent="0">
              <a:buNone/>
              <a:defRPr sz="7200" b="1"/>
            </a:lvl7pPr>
            <a:lvl8pPr marL="14401800" indent="0">
              <a:buNone/>
              <a:defRPr sz="7200" b="1"/>
            </a:lvl8pPr>
            <a:lvl9pPr marL="16459200" indent="0">
              <a:buNone/>
              <a:defRPr sz="7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26012144" y="9134477"/>
            <a:ext cx="22633940" cy="16595409"/>
          </a:xfrm>
        </p:spPr>
        <p:txBody>
          <a:bodyPr/>
          <a:lstStyle>
            <a:lvl1pPr>
              <a:defRPr sz="10800"/>
            </a:lvl1pPr>
            <a:lvl2pPr>
              <a:defRPr sz="9000"/>
            </a:lvl2pPr>
            <a:lvl3pPr>
              <a:defRPr sz="810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63F75-01E5-461D-AB82-9AFAF14285BF}" type="datetime1">
              <a:rPr lang="fr-FR" smtClean="0"/>
              <a:t>03/11/2025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5298-A963-4E65-B9ED-4648940C6A83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9B7E6-472F-441A-91EF-178C4D63BC1F}" type="datetime1">
              <a:rPr lang="fr-FR" smtClean="0"/>
              <a:t>03/11/2025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5298-A963-4E65-B9ED-4648940C6A83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15B93-ADC4-4860-9C61-57D695392636}" type="datetime1">
              <a:rPr lang="fr-FR" smtClean="0"/>
              <a:t>03/11/2025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5298-A963-4E65-B9ED-4648940C6A83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560324" y="1146810"/>
            <a:ext cx="16846553" cy="4880610"/>
          </a:xfrm>
        </p:spPr>
        <p:txBody>
          <a:bodyPr anchor="b"/>
          <a:lstStyle>
            <a:lvl1pPr algn="l">
              <a:defRPr sz="9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20020280" y="1146813"/>
            <a:ext cx="28625801" cy="24583075"/>
          </a:xfrm>
        </p:spPr>
        <p:txBody>
          <a:bodyPr/>
          <a:lstStyle>
            <a:lvl1pPr>
              <a:defRPr sz="14400"/>
            </a:lvl1pPr>
            <a:lvl2pPr>
              <a:defRPr sz="12600"/>
            </a:lvl2pPr>
            <a:lvl3pPr>
              <a:defRPr sz="10800"/>
            </a:lvl3pPr>
            <a:lvl4pPr>
              <a:defRPr sz="9000"/>
            </a:lvl4pPr>
            <a:lvl5pPr>
              <a:defRPr sz="9000"/>
            </a:lvl5pPr>
            <a:lvl6pPr>
              <a:defRPr sz="9000"/>
            </a:lvl6pPr>
            <a:lvl7pPr>
              <a:defRPr sz="9000"/>
            </a:lvl7pPr>
            <a:lvl8pPr>
              <a:defRPr sz="9000"/>
            </a:lvl8pPr>
            <a:lvl9pPr>
              <a:defRPr sz="9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2560324" y="6027423"/>
            <a:ext cx="16846553" cy="19702465"/>
          </a:xfrm>
        </p:spPr>
        <p:txBody>
          <a:bodyPr/>
          <a:lstStyle>
            <a:lvl1pPr marL="0" indent="0">
              <a:buNone/>
              <a:defRPr sz="6300"/>
            </a:lvl1pPr>
            <a:lvl2pPr marL="2057400" indent="0">
              <a:buNone/>
              <a:defRPr sz="5400"/>
            </a:lvl2pPr>
            <a:lvl3pPr marL="4114800" indent="0">
              <a:buNone/>
              <a:defRPr sz="4500"/>
            </a:lvl3pPr>
            <a:lvl4pPr marL="6172200" indent="0">
              <a:buNone/>
              <a:defRPr sz="4100"/>
            </a:lvl4pPr>
            <a:lvl5pPr marL="8229600" indent="0">
              <a:buNone/>
              <a:defRPr sz="4100"/>
            </a:lvl5pPr>
            <a:lvl6pPr marL="10287000" indent="0">
              <a:buNone/>
              <a:defRPr sz="4100"/>
            </a:lvl6pPr>
            <a:lvl7pPr marL="12344400" indent="0">
              <a:buNone/>
              <a:defRPr sz="4100"/>
            </a:lvl7pPr>
            <a:lvl8pPr marL="14401800" indent="0">
              <a:buNone/>
              <a:defRPr sz="4100"/>
            </a:lvl8pPr>
            <a:lvl9pPr marL="16459200" indent="0">
              <a:buNone/>
              <a:defRPr sz="41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68D1-2F33-4B7F-8288-0400A876DBEC}" type="datetime1">
              <a:rPr lang="fr-FR" smtClean="0"/>
              <a:t>03/11/2025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5298-A963-4E65-B9ED-4648940C6A83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0036813" y="20162522"/>
            <a:ext cx="30723840" cy="2380299"/>
          </a:xfrm>
        </p:spPr>
        <p:txBody>
          <a:bodyPr anchor="b"/>
          <a:lstStyle>
            <a:lvl1pPr algn="l">
              <a:defRPr sz="9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0036813" y="2573655"/>
            <a:ext cx="30723840" cy="17282160"/>
          </a:xfrm>
        </p:spPr>
        <p:txBody>
          <a:bodyPr/>
          <a:lstStyle>
            <a:lvl1pPr marL="0" indent="0">
              <a:buNone/>
              <a:defRPr sz="14400"/>
            </a:lvl1pPr>
            <a:lvl2pPr marL="2057400" indent="0">
              <a:buNone/>
              <a:defRPr sz="12600"/>
            </a:lvl2pPr>
            <a:lvl3pPr marL="4114800" indent="0">
              <a:buNone/>
              <a:defRPr sz="10800"/>
            </a:lvl3pPr>
            <a:lvl4pPr marL="6172200" indent="0">
              <a:buNone/>
              <a:defRPr sz="9000"/>
            </a:lvl4pPr>
            <a:lvl5pPr marL="8229600" indent="0">
              <a:buNone/>
              <a:defRPr sz="9000"/>
            </a:lvl5pPr>
            <a:lvl6pPr marL="10287000" indent="0">
              <a:buNone/>
              <a:defRPr sz="9000"/>
            </a:lvl6pPr>
            <a:lvl7pPr marL="12344400" indent="0">
              <a:buNone/>
              <a:defRPr sz="9000"/>
            </a:lvl7pPr>
            <a:lvl8pPr marL="14401800" indent="0">
              <a:buNone/>
              <a:defRPr sz="9000"/>
            </a:lvl8pPr>
            <a:lvl9pPr marL="16459200" indent="0">
              <a:buNone/>
              <a:defRPr sz="9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0036813" y="22542821"/>
            <a:ext cx="30723840" cy="3380421"/>
          </a:xfrm>
        </p:spPr>
        <p:txBody>
          <a:bodyPr/>
          <a:lstStyle>
            <a:lvl1pPr marL="0" indent="0">
              <a:buNone/>
              <a:defRPr sz="6300"/>
            </a:lvl1pPr>
            <a:lvl2pPr marL="2057400" indent="0">
              <a:buNone/>
              <a:defRPr sz="5400"/>
            </a:lvl2pPr>
            <a:lvl3pPr marL="4114800" indent="0">
              <a:buNone/>
              <a:defRPr sz="4500"/>
            </a:lvl3pPr>
            <a:lvl4pPr marL="6172200" indent="0">
              <a:buNone/>
              <a:defRPr sz="4100"/>
            </a:lvl4pPr>
            <a:lvl5pPr marL="8229600" indent="0">
              <a:buNone/>
              <a:defRPr sz="4100"/>
            </a:lvl5pPr>
            <a:lvl6pPr marL="10287000" indent="0">
              <a:buNone/>
              <a:defRPr sz="4100"/>
            </a:lvl6pPr>
            <a:lvl7pPr marL="12344400" indent="0">
              <a:buNone/>
              <a:defRPr sz="4100"/>
            </a:lvl7pPr>
            <a:lvl8pPr marL="14401800" indent="0">
              <a:buNone/>
              <a:defRPr sz="4100"/>
            </a:lvl8pPr>
            <a:lvl9pPr marL="16459200" indent="0">
              <a:buNone/>
              <a:defRPr sz="41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693E0-AB53-422A-8C6D-ACA97D932FFE}" type="datetime1">
              <a:rPr lang="fr-FR" smtClean="0"/>
              <a:t>03/11/2025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5298-A963-4E65-B9ED-4648940C6A83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15AE-58E5-4509-BC14-DD34EDFB009C}" type="datetime1">
              <a:rPr lang="fr-FR" smtClean="0"/>
              <a:t>03/11/2025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5298-A963-4E65-B9ED-4648940C6A83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116947957" y="7267578"/>
            <a:ext cx="36288980" cy="15483268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063234" y="7267578"/>
            <a:ext cx="108031281" cy="15483268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2F23-66DD-446D-A72C-46D66B3D4C5E}" type="datetime1">
              <a:rPr lang="fr-FR" smtClean="0"/>
              <a:t>03/11/2025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5298-A963-4E65-B9ED-4648940C6A83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2560320" y="1153479"/>
            <a:ext cx="46085760" cy="4800600"/>
          </a:xfrm>
          <a:prstGeom prst="rect">
            <a:avLst/>
          </a:prstGeom>
        </p:spPr>
        <p:txBody>
          <a:bodyPr vert="horz" lIns="411480" tIns="205740" rIns="411480" bIns="20574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560320" y="6720843"/>
            <a:ext cx="46085760" cy="19009045"/>
          </a:xfrm>
          <a:prstGeom prst="rect">
            <a:avLst/>
          </a:prstGeom>
        </p:spPr>
        <p:txBody>
          <a:bodyPr vert="horz" lIns="411480" tIns="205740" rIns="411480" bIns="20574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2560320" y="26696673"/>
            <a:ext cx="11948160" cy="1533525"/>
          </a:xfrm>
          <a:prstGeom prst="rect">
            <a:avLst/>
          </a:prstGeom>
        </p:spPr>
        <p:txBody>
          <a:bodyPr vert="horz" lIns="411480" tIns="205740" rIns="411480" bIns="205740" rtlCol="0" anchor="ctr"/>
          <a:lstStyle>
            <a:lvl1pPr algn="l">
              <a:defRPr sz="5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FA2F3-3872-4377-A9B5-48026EE92555}" type="datetime1">
              <a:rPr lang="fr-FR" smtClean="0"/>
              <a:t>03/11/2025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7495520" y="26696673"/>
            <a:ext cx="16215360" cy="1533525"/>
          </a:xfrm>
          <a:prstGeom prst="rect">
            <a:avLst/>
          </a:prstGeom>
        </p:spPr>
        <p:txBody>
          <a:bodyPr vert="horz" lIns="411480" tIns="205740" rIns="411480" bIns="205740" rtlCol="0" anchor="ctr"/>
          <a:lstStyle>
            <a:lvl1pPr algn="ctr">
              <a:defRPr sz="5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36697920" y="26696673"/>
            <a:ext cx="11948160" cy="1533525"/>
          </a:xfrm>
          <a:prstGeom prst="rect">
            <a:avLst/>
          </a:prstGeom>
        </p:spPr>
        <p:txBody>
          <a:bodyPr vert="horz" lIns="411480" tIns="205740" rIns="411480" bIns="205740" rtlCol="0" anchor="ctr"/>
          <a:lstStyle>
            <a:lvl1pPr algn="r">
              <a:defRPr sz="5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65298-A963-4E65-B9ED-4648940C6A83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114800" rtl="0" eaLnBrk="1" latinLnBrk="0" hangingPunct="1">
        <a:spcBef>
          <a:spcPct val="0"/>
        </a:spcBef>
        <a:buNone/>
        <a:defRPr sz="19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43050" indent="-1543050" algn="l" defTabSz="4114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4400" kern="1200">
          <a:solidFill>
            <a:schemeClr val="tx1"/>
          </a:solidFill>
          <a:latin typeface="+mn-lt"/>
          <a:ea typeface="+mn-ea"/>
          <a:cs typeface="+mn-cs"/>
        </a:defRPr>
      </a:lvl1pPr>
      <a:lvl2pPr marL="3343275" indent="-1285875" algn="l" defTabSz="4114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26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0" indent="-1028700" algn="l" defTabSz="4114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08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0" indent="-1028700" algn="l" defTabSz="4114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9000" kern="1200">
          <a:solidFill>
            <a:schemeClr val="tx1"/>
          </a:solidFill>
          <a:latin typeface="+mn-lt"/>
          <a:ea typeface="+mn-ea"/>
          <a:cs typeface="+mn-cs"/>
        </a:defRPr>
      </a:lvl4pPr>
      <a:lvl5pPr marL="9258300" indent="-1028700" algn="l" defTabSz="4114800" rtl="0" eaLnBrk="1" latinLnBrk="0" hangingPunct="1">
        <a:spcBef>
          <a:spcPct val="20000"/>
        </a:spcBef>
        <a:buFont typeface="Arial" panose="020B0604020202020204" pitchFamily="34" charset="0"/>
        <a:buChar char="»"/>
        <a:defRPr sz="9000" kern="1200">
          <a:solidFill>
            <a:schemeClr val="tx1"/>
          </a:solidFill>
          <a:latin typeface="+mn-lt"/>
          <a:ea typeface="+mn-ea"/>
          <a:cs typeface="+mn-cs"/>
        </a:defRPr>
      </a:lvl5pPr>
      <a:lvl6pPr marL="11315700" indent="-1028700" algn="l" defTabSz="4114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9000" kern="1200">
          <a:solidFill>
            <a:schemeClr val="tx1"/>
          </a:solidFill>
          <a:latin typeface="+mn-lt"/>
          <a:ea typeface="+mn-ea"/>
          <a:cs typeface="+mn-cs"/>
        </a:defRPr>
      </a:lvl6pPr>
      <a:lvl7pPr marL="13373100" indent="-1028700" algn="l" defTabSz="4114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9000" kern="1200">
          <a:solidFill>
            <a:schemeClr val="tx1"/>
          </a:solidFill>
          <a:latin typeface="+mn-lt"/>
          <a:ea typeface="+mn-ea"/>
          <a:cs typeface="+mn-cs"/>
        </a:defRPr>
      </a:lvl7pPr>
      <a:lvl8pPr marL="15430500" indent="-1028700" algn="l" defTabSz="4114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9000" kern="1200">
          <a:solidFill>
            <a:schemeClr val="tx1"/>
          </a:solidFill>
          <a:latin typeface="+mn-lt"/>
          <a:ea typeface="+mn-ea"/>
          <a:cs typeface="+mn-cs"/>
        </a:defRPr>
      </a:lvl8pPr>
      <a:lvl9pPr marL="17487900" indent="-1028700" algn="l" defTabSz="4114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9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114800" rtl="0" eaLnBrk="1" latinLnBrk="0" hangingPunct="1">
        <a:defRPr sz="810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0" algn="l" defTabSz="4114800" rtl="0" eaLnBrk="1" latinLnBrk="0" hangingPunct="1">
        <a:defRPr sz="810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algn="l" defTabSz="4114800" rtl="0" eaLnBrk="1" latinLnBrk="0" hangingPunct="1">
        <a:defRPr sz="8100" kern="1200">
          <a:solidFill>
            <a:schemeClr val="tx1"/>
          </a:solidFill>
          <a:latin typeface="+mn-lt"/>
          <a:ea typeface="+mn-ea"/>
          <a:cs typeface="+mn-cs"/>
        </a:defRPr>
      </a:lvl3pPr>
      <a:lvl4pPr marL="6172200" algn="l" defTabSz="4114800" rtl="0" eaLnBrk="1" latinLnBrk="0" hangingPunct="1">
        <a:defRPr sz="810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0" algn="l" defTabSz="4114800" rtl="0" eaLnBrk="1" latinLnBrk="0" hangingPunct="1">
        <a:defRPr sz="81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7000" algn="l" defTabSz="4114800" rtl="0" eaLnBrk="1" latinLnBrk="0" hangingPunct="1">
        <a:defRPr sz="8100" kern="1200">
          <a:solidFill>
            <a:schemeClr val="tx1"/>
          </a:solidFill>
          <a:latin typeface="+mn-lt"/>
          <a:ea typeface="+mn-ea"/>
          <a:cs typeface="+mn-cs"/>
        </a:defRPr>
      </a:lvl6pPr>
      <a:lvl7pPr marL="12344400" algn="l" defTabSz="4114800" rtl="0" eaLnBrk="1" latinLnBrk="0" hangingPunct="1">
        <a:defRPr sz="8100" kern="1200">
          <a:solidFill>
            <a:schemeClr val="tx1"/>
          </a:solidFill>
          <a:latin typeface="+mn-lt"/>
          <a:ea typeface="+mn-ea"/>
          <a:cs typeface="+mn-cs"/>
        </a:defRPr>
      </a:lvl7pPr>
      <a:lvl8pPr marL="14401800" algn="l" defTabSz="4114800" rtl="0" eaLnBrk="1" latinLnBrk="0" hangingPunct="1">
        <a:defRPr sz="81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0" algn="l" defTabSz="4114800" rtl="0" eaLnBrk="1" latinLnBrk="0" hangingPunct="1">
        <a:defRPr sz="8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5298-A963-4E65-B9ED-4648940C6A83}" type="slidenum">
              <a:rPr lang="fr-FR" smtClean="0"/>
              <a:t>1</a:t>
            </a:fld>
            <a:endParaRPr lang="fr-FR"/>
          </a:p>
        </p:txBody>
      </p:sp>
      <p:sp>
        <p:nvSpPr>
          <p:cNvPr id="2" name="Rectangle 1"/>
          <p:cNvSpPr/>
          <p:nvPr/>
        </p:nvSpPr>
        <p:spPr>
          <a:xfrm>
            <a:off x="6514929" y="11854644"/>
            <a:ext cx="3817063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fr-FR" sz="10000" b="1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Titre</a:t>
            </a:r>
            <a:r>
              <a:rPr lang="en-US" altLang="fr-FR" sz="100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de la presentation (Times New Roman 100)</a:t>
            </a:r>
            <a:endParaRPr lang="fr-FR" altLang="fr-FR" sz="10000" b="1" i="1" dirty="0">
              <a:solidFill>
                <a:srgbClr val="FF0000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Rectangle 1"/>
          <p:cNvSpPr>
            <a:spLocks noChangeArrowheads="1"/>
          </p:cNvSpPr>
          <p:nvPr/>
        </p:nvSpPr>
        <p:spPr bwMode="auto">
          <a:xfrm>
            <a:off x="0" y="15110592"/>
            <a:ext cx="51206400" cy="33239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8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Prénom et Nom de l’Auteur (</a:t>
            </a:r>
            <a:r>
              <a:rPr lang="en-US" altLang="fr-FR" sz="80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Times New Roman </a:t>
            </a:r>
            <a:r>
              <a:rPr lang="fr-FR" sz="8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80), …</a:t>
            </a:r>
          </a:p>
          <a:p>
            <a:pPr algn="ctr">
              <a:lnSpc>
                <a:spcPct val="150000"/>
              </a:lnSpc>
            </a:pPr>
            <a:r>
              <a:rPr lang="fr-FR" altLang="fr-FR" sz="6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Affiliation + mail (Times New Roman 60 en Italique)</a:t>
            </a:r>
            <a:endParaRPr lang="en-US" altLang="fr-FR" sz="6000" i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1206400" cy="48892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97D1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5011443" cy="488920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444" y="0"/>
            <a:ext cx="4749996" cy="488920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59458" y="0"/>
            <a:ext cx="5029592" cy="488920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89050" y="1"/>
            <a:ext cx="5017350" cy="48892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TextBox 2"/>
          <p:cNvSpPr txBox="1"/>
          <p:nvPr/>
        </p:nvSpPr>
        <p:spPr>
          <a:xfrm>
            <a:off x="9869285" y="-65051"/>
            <a:ext cx="3146192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8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400" b="1">
                <a:solidFill>
                  <a:srgbClr val="3D9B6D"/>
                </a:solidFill>
              </a:defRPr>
            </a:pPr>
            <a:r>
              <a:rPr kumimoji="0" lang="fr-FR" sz="8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Premier Séminaire National en Phytobiologie et Valorisation des </a:t>
            </a:r>
            <a:r>
              <a:rPr kumimoji="0" lang="fr-FR" sz="8800" b="1" i="0" u="none" strike="noStrike" kern="120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Bioressources</a:t>
            </a:r>
            <a:r>
              <a:rPr kumimoji="0" lang="fr-FR" sz="8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8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(SNPVB 2025)</a:t>
            </a:r>
            <a:r>
              <a:rPr kumimoji="0" lang="fr-FR" sz="8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26-27 novembre - online</a:t>
            </a:r>
            <a:endParaRPr kumimoji="0" sz="88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-1" y="4980620"/>
            <a:ext cx="51206400" cy="385374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altLang="fr-FR" sz="130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République Algérienne Démocratique et Populaire</a:t>
            </a:r>
            <a:br>
              <a:rPr lang="fr-FR" altLang="fr-FR" sz="130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altLang="fr-FR" sz="130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Ministère de l’Enseignement Supérieure et de la Recherche Scientifique</a:t>
            </a:r>
            <a:endParaRPr lang="en-US" altLang="fr-FR" sz="13000" b="1" i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5298-A963-4E65-B9ED-4648940C6A83}" type="slidenum">
              <a:rPr lang="fr-FR" smtClean="0"/>
              <a:t>2</a:t>
            </a:fld>
            <a:endParaRPr lang="fr-FR"/>
          </a:p>
        </p:txBody>
      </p:sp>
      <p:sp>
        <p:nvSpPr>
          <p:cNvPr id="2" name="Rectangle 1"/>
          <p:cNvSpPr/>
          <p:nvPr/>
        </p:nvSpPr>
        <p:spPr>
          <a:xfrm>
            <a:off x="13430772" y="6192888"/>
            <a:ext cx="24338947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altLang="fr-FR" sz="150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Introduction 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1206400" cy="48892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97D1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5011443" cy="488920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444" y="0"/>
            <a:ext cx="4749996" cy="488920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1207" y="0"/>
            <a:ext cx="4837387" cy="488920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89050" y="1"/>
            <a:ext cx="5017350" cy="48892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TextBox 2"/>
          <p:cNvSpPr txBox="1"/>
          <p:nvPr/>
        </p:nvSpPr>
        <p:spPr>
          <a:xfrm>
            <a:off x="9869285" y="-65051"/>
            <a:ext cx="3146192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8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400" b="1">
                <a:solidFill>
                  <a:srgbClr val="3D9B6D"/>
                </a:solidFill>
              </a:defRPr>
            </a:pPr>
            <a:r>
              <a:rPr kumimoji="0" lang="fr-FR" sz="8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Premier Séminaire National en Phytobiologie et Valorisation des </a:t>
            </a:r>
            <a:r>
              <a:rPr kumimoji="0" lang="fr-FR" sz="8800" b="1" i="0" u="none" strike="noStrike" kern="120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Bioressources</a:t>
            </a:r>
            <a:r>
              <a:rPr kumimoji="0" lang="fr-FR" sz="8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8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(SNPVB 2025)</a:t>
            </a:r>
            <a:r>
              <a:rPr kumimoji="0" lang="fr-FR" sz="8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26-27 novembre - online</a:t>
            </a:r>
            <a:endParaRPr kumimoji="0" sz="88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5298-A963-4E65-B9ED-4648940C6A83}" type="slidenum">
              <a:rPr lang="fr-FR" smtClean="0"/>
              <a:t>3</a:t>
            </a:fld>
            <a:endParaRPr lang="fr-FR"/>
          </a:p>
        </p:txBody>
      </p:sp>
      <p:sp>
        <p:nvSpPr>
          <p:cNvPr id="2" name="Rectangle 1"/>
          <p:cNvSpPr/>
          <p:nvPr/>
        </p:nvSpPr>
        <p:spPr>
          <a:xfrm>
            <a:off x="10769552" y="5760840"/>
            <a:ext cx="28155371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altLang="fr-FR" sz="150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Matériel et Méthodes 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1206400" cy="48892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97D1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5011443" cy="488920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444" y="0"/>
            <a:ext cx="4749996" cy="488920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1208" y="65052"/>
            <a:ext cx="4937596" cy="488920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89050" y="1"/>
            <a:ext cx="5017350" cy="48892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TextBox 2"/>
          <p:cNvSpPr txBox="1"/>
          <p:nvPr/>
        </p:nvSpPr>
        <p:spPr>
          <a:xfrm>
            <a:off x="9869285" y="-65051"/>
            <a:ext cx="3146192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8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400" b="1">
                <a:solidFill>
                  <a:srgbClr val="3D9B6D"/>
                </a:solidFill>
              </a:defRPr>
            </a:pPr>
            <a:r>
              <a:rPr kumimoji="0" lang="fr-FR" sz="8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Premier Séminaire National en Phytobiologie et Valorisation des </a:t>
            </a:r>
            <a:r>
              <a:rPr kumimoji="0" lang="fr-FR" sz="8800" b="1" i="0" u="none" strike="noStrike" kern="120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Bioressources</a:t>
            </a:r>
            <a:r>
              <a:rPr kumimoji="0" lang="fr-FR" sz="8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8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(SNPVB 2025)</a:t>
            </a:r>
            <a:r>
              <a:rPr kumimoji="0" lang="fr-FR" sz="8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26-27 novembre - online</a:t>
            </a:r>
            <a:endParaRPr kumimoji="0" sz="88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5298-A963-4E65-B9ED-4648940C6A83}" type="slidenum">
              <a:rPr lang="fr-FR" smtClean="0"/>
              <a:t>4</a:t>
            </a:fld>
            <a:endParaRPr lang="fr-FR"/>
          </a:p>
        </p:txBody>
      </p:sp>
      <p:sp>
        <p:nvSpPr>
          <p:cNvPr id="2" name="Rectangle 1"/>
          <p:cNvSpPr/>
          <p:nvPr/>
        </p:nvSpPr>
        <p:spPr>
          <a:xfrm>
            <a:off x="10769552" y="5760840"/>
            <a:ext cx="28155371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altLang="fr-FR" sz="150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Résultats et Interprétations 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1206400" cy="48892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97D1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5011443" cy="488920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444" y="0"/>
            <a:ext cx="4749996" cy="488920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59458" y="0"/>
            <a:ext cx="5029592" cy="488920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89050" y="1"/>
            <a:ext cx="5017350" cy="48892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TextBox 2"/>
          <p:cNvSpPr txBox="1"/>
          <p:nvPr/>
        </p:nvSpPr>
        <p:spPr>
          <a:xfrm>
            <a:off x="9869285" y="-65051"/>
            <a:ext cx="3146192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8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400" b="1">
                <a:solidFill>
                  <a:srgbClr val="3D9B6D"/>
                </a:solidFill>
              </a:defRPr>
            </a:pPr>
            <a:r>
              <a:rPr kumimoji="0" lang="fr-FR" sz="8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Premier Séminaire National en Phytobiologie et Valorisation des </a:t>
            </a:r>
            <a:r>
              <a:rPr kumimoji="0" lang="fr-FR" sz="8800" b="1" i="0" u="none" strike="noStrike" kern="120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Bioressources</a:t>
            </a:r>
            <a:r>
              <a:rPr kumimoji="0" lang="fr-FR" sz="8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8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(SNPVB 2025)</a:t>
            </a:r>
            <a:r>
              <a:rPr kumimoji="0" lang="fr-FR" sz="8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26-27 novembre - online</a:t>
            </a:r>
            <a:endParaRPr kumimoji="0" sz="88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5298-A963-4E65-B9ED-4648940C6A83}" type="slidenum">
              <a:rPr lang="fr-FR" smtClean="0"/>
              <a:t>5</a:t>
            </a:fld>
            <a:endParaRPr lang="fr-FR"/>
          </a:p>
        </p:txBody>
      </p:sp>
      <p:sp>
        <p:nvSpPr>
          <p:cNvPr id="2" name="Rectangle 1"/>
          <p:cNvSpPr/>
          <p:nvPr/>
        </p:nvSpPr>
        <p:spPr>
          <a:xfrm>
            <a:off x="10769552" y="5760840"/>
            <a:ext cx="28155371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altLang="fr-FR" sz="150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Conclusion et Perspectives 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1206400" cy="48892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97D1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5011443" cy="488920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444" y="0"/>
            <a:ext cx="4749996" cy="488920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1207" y="0"/>
            <a:ext cx="4876251" cy="488920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89050" y="1"/>
            <a:ext cx="5017350" cy="48892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TextBox 2"/>
          <p:cNvSpPr txBox="1"/>
          <p:nvPr/>
        </p:nvSpPr>
        <p:spPr>
          <a:xfrm>
            <a:off x="9869285" y="-65051"/>
            <a:ext cx="3146192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8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400" b="1">
                <a:solidFill>
                  <a:srgbClr val="3D9B6D"/>
                </a:solidFill>
              </a:defRPr>
            </a:pPr>
            <a:r>
              <a:rPr kumimoji="0" lang="fr-FR" sz="8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Premier Séminaire National en Phytobiologie et Valorisation des </a:t>
            </a:r>
            <a:r>
              <a:rPr kumimoji="0" lang="fr-FR" sz="8800" b="1" i="0" u="none" strike="noStrike" kern="120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Bioressources</a:t>
            </a:r>
            <a:r>
              <a:rPr kumimoji="0" lang="fr-FR" sz="8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8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(SNPVB 2025)</a:t>
            </a:r>
            <a:r>
              <a:rPr kumimoji="0" lang="fr-FR" sz="8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26-27 novembre - online</a:t>
            </a:r>
            <a:endParaRPr kumimoji="0" sz="88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</Words>
  <Application>Microsoft Office PowerPoint</Application>
  <PresentationFormat>Personnalisé</PresentationFormat>
  <Paragraphs>23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Calibri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BIOQUAL</dc:creator>
  <cp:lastModifiedBy>MTSTORE</cp:lastModifiedBy>
  <cp:revision>232</cp:revision>
  <dcterms:created xsi:type="dcterms:W3CDTF">2021-09-25T19:30:00Z</dcterms:created>
  <dcterms:modified xsi:type="dcterms:W3CDTF">2025-11-03T21:18:27Z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7D3C43E9EDA5474D8B0B1E806507BFB3_12</vt:lpwstr>
  </property>
  <property fmtid="{D5CDD505-2E9C-101B-9397-08002B2CF9AE}" pid="3" name="KSOProductBuildVer">
    <vt:lpwstr>1036-12.2.0.23131</vt:lpwstr>
  </property>
</Properties>
</file>